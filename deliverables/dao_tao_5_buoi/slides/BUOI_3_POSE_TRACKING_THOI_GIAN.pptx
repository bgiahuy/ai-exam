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7ba5af5819436a" /><Relationship Type="http://schemas.openxmlformats.org/officeDocument/2006/relationships/extended-properties" Target="/docProps/app.xml" Id="R38752826a7ae427d" /><Relationship Type="http://schemas.openxmlformats.org/officeDocument/2006/relationships/officeDocument" Target="/ppt/presentation.xml" Id="R0255580b131d49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eb3d02ba1f458c"/>
  </p:sldMasterIdLst>
  <p:notesMasterIdLst>
    <p:notesMasterId xmlns:r="http://schemas.openxmlformats.org/officeDocument/2006/relationships" r:id="R59f73a5753584b5e"/>
  </p:notesMasterIdLst>
  <p:sldIdLst>
    <p:sldId xmlns:r="http://schemas.openxmlformats.org/officeDocument/2006/relationships" id="256" r:id="R55f82091d18042bb"/>
    <p:sldId xmlns:r="http://schemas.openxmlformats.org/officeDocument/2006/relationships" id="257" r:id="R5d61f050b8514539"/>
    <p:sldId xmlns:r="http://schemas.openxmlformats.org/officeDocument/2006/relationships" id="258" r:id="Rf2e08c77551942fd"/>
    <p:sldId xmlns:r="http://schemas.openxmlformats.org/officeDocument/2006/relationships" id="259" r:id="R6e8c8d4a0a16484e"/>
    <p:sldId xmlns:r="http://schemas.openxmlformats.org/officeDocument/2006/relationships" id="260" r:id="R1152b921ee13491b"/>
    <p:sldId xmlns:r="http://schemas.openxmlformats.org/officeDocument/2006/relationships" id="261" r:id="R3f4193188d714a1a"/>
    <p:sldId xmlns:r="http://schemas.openxmlformats.org/officeDocument/2006/relationships" id="262" r:id="Red2bed5821ef49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0846c05b1647a0" /><Relationship Type="http://schemas.openxmlformats.org/officeDocument/2006/relationships/slideMaster" Target="/ppt/slideMasters/slideMaster1.xml" Id="Rd6eb3d02ba1f458c" /><Relationship Type="http://schemas.openxmlformats.org/officeDocument/2006/relationships/notesMaster" Target="/ppt/notesMasters/notesMaster1.xml" Id="R59f73a5753584b5e" /><Relationship Type="http://schemas.openxmlformats.org/officeDocument/2006/relationships/presProps" Target="/ppt/presProps.xml" Id="Rcb1611ecb6f9467d" /><Relationship Type="http://schemas.openxmlformats.org/officeDocument/2006/relationships/tableStyles" Target="/ppt/tableStyles.xml" Id="R7547faa24ebe4357" /><Relationship Type="http://schemas.openxmlformats.org/officeDocument/2006/relationships/slide" Target="/ppt/slides/slide1.xml" Id="R55f82091d18042bb" /><Relationship Type="http://schemas.openxmlformats.org/officeDocument/2006/relationships/slide" Target="/ppt/slides/slide2.xml" Id="R5d61f050b8514539" /><Relationship Type="http://schemas.openxmlformats.org/officeDocument/2006/relationships/slide" Target="/ppt/slides/slide3.xml" Id="Rf2e08c77551942fd" /><Relationship Type="http://schemas.openxmlformats.org/officeDocument/2006/relationships/slide" Target="/ppt/slides/slide4.xml" Id="R6e8c8d4a0a16484e" /><Relationship Type="http://schemas.openxmlformats.org/officeDocument/2006/relationships/slide" Target="/ppt/slides/slide5.xml" Id="R1152b921ee13491b" /><Relationship Type="http://schemas.openxmlformats.org/officeDocument/2006/relationships/slide" Target="/ppt/slides/slide6.xml" Id="R3f4193188d714a1a" /><Relationship Type="http://schemas.openxmlformats.org/officeDocument/2006/relationships/slide" Target="/ppt/slides/slide7.xml" Id="Red2bed5821ef49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11b62d73a94d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ae35f65d884125" /><Relationship Type="http://schemas.openxmlformats.org/officeDocument/2006/relationships/notesMaster" Target="/ppt/notesMasters/notesMaster1.xml" Id="R5779b5afd6a743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7ff2d39c0841bc" /><Relationship Type="http://schemas.openxmlformats.org/officeDocument/2006/relationships/notesMaster" Target="/ppt/notesMasters/notesMaster1.xml" Id="R1252800421b348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d45bd2e70a4d61" /><Relationship Type="http://schemas.openxmlformats.org/officeDocument/2006/relationships/notesMaster" Target="/ppt/notesMasters/notesMaster1.xml" Id="R970009c412fc49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4c57eca0cf4c70" /><Relationship Type="http://schemas.openxmlformats.org/officeDocument/2006/relationships/notesMaster" Target="/ppt/notesMasters/notesMaster1.xml" Id="Rbaf856688daf4f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55c80d24674c0b" /><Relationship Type="http://schemas.openxmlformats.org/officeDocument/2006/relationships/notesMaster" Target="/ppt/notesMasters/notesMaster1.xml" Id="R26d8c72325a34f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0d2908b0fe406f" /><Relationship Type="http://schemas.openxmlformats.org/officeDocument/2006/relationships/notesMaster" Target="/ppt/notesMasters/notesMaster1.xml" Id="Rb0b4b7392e8b4d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9b2a74061d40ae" /><Relationship Type="http://schemas.openxmlformats.org/officeDocument/2006/relationships/notesMaster" Target="/ppt/notesMasters/notesMaster1.xml" Id="Rf358a93ae5bb48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Mục tiêu buổi học: Vẽ đúng hai pipeline điện thoại/quay đầu và gán nhãn một sự kiện theo khoảng thời gian.</a:t>
            </a:r>
          </a:p>
          <a:p xmlns:a="http://schemas.openxmlformats.org/drawingml/2006/main">
            <a:r>
              <a:t>Nguồn nội bộ: deliverables/dao_tao_5_buoi/01_GIAO_AN.md; 11_NGUON_VA_GIOI_HAN.md.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Yêu cầu học viên trả lời câu dẫn đường trước khi dạy. Lặp lại cuối buổi để nhìn sự thay đổi trong cách giải thích.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Yêu cầu học viên tô màu phần learned, rule-based và human decision bằng ba màu khác nhau.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backend/services/temporal_tracker.py; datasets/README.md; ảnh nội bộ pose_heuristic_diagram.png.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phiếu thực hành 12_PHIEU_THUC_HANH.md. Không thao tác trên model, DB hoặc bằng chứng gốc. Các timeline trong bài là giả định, không phải dữ liệu đo mới.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 học viên tự sửa câu sai trước khi hiện cách diễn đạt đúng. Không biến slide thành đáp án học thuộc.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Chấm theo rubric trong 07_KIEM_TRA.md. Một đáp án đúng nhưng không giải thích được ví dụ mới chỉ đạt tối đa một nửa điểm.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a37a47d8240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eefd75a90744d2" /><Relationship Type="http://schemas.openxmlformats.org/officeDocument/2006/relationships/slideLayout" Target="/ppt/slideLayouts/slideLayout1.xml" Id="R5d6b60b7eef34f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6b60b7eef34f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f5bb4100c4163" /><Relationship Type="http://schemas.openxmlformats.org/officeDocument/2006/relationships/notesSlide" Target="/ppt/notesSlides/notesSlide1.xml" Id="R2191ccda672649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efddbfe3f4857" /><Relationship Type="http://schemas.openxmlformats.org/officeDocument/2006/relationships/notesSlide" Target="/ppt/notesSlides/notesSlide2.xml" Id="R6a2781fed7d242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874f31db54793" /><Relationship Type="http://schemas.openxmlformats.org/officeDocument/2006/relationships/notesSlide" Target="/ppt/notesSlides/notesSlide3.xml" Id="Rb705281ed6044d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0012f8f064062" /><Relationship Type="http://schemas.openxmlformats.org/officeDocument/2006/relationships/image" Target="/ppt/media/image.png" Id="R41be91d7e1464600" /><Relationship Type="http://schemas.openxmlformats.org/officeDocument/2006/relationships/notesSlide" Target="/ppt/notesSlides/notesSlide4.xml" Id="R6d0070adbce847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51409809149d0" /><Relationship Type="http://schemas.openxmlformats.org/officeDocument/2006/relationships/notesSlide" Target="/ppt/notesSlides/notesSlide5.xml" Id="R94b96b705c1347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bc4b3db6c4ca2" /><Relationship Type="http://schemas.openxmlformats.org/officeDocument/2006/relationships/notesSlide" Target="/ppt/notesSlides/notesSlide6.xml" Id="R5e6898cb9a3448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71b6e21e340a3" /><Relationship Type="http://schemas.openxmlformats.org/officeDocument/2006/relationships/notesSlide" Target="/ppt/notesSlides/notesSlide7.xml" Id="Ra0e7bf07cc864b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DC114-9FFB-401E-83BD-57BDBB63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BUỔI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CD1FD-91AC-45F0-B2C7-0F5232FA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933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Pose, tracking và hành vi theo thời gian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E4159-020F-40D9-9557-44C2D483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Từ keypoint của từng frame đến một sự kiện có start và 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D8608-6275-416B-B8C2-D28AAA26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809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B98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E5D0A-46B8-4C66-91FD-13AC11A8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838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Vẽ đúng hai pipeline điện thoại/quay đầu và gán nhãn một sự kiện theo khoảng thời gian.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B899C-3CD5-4D92-9184-3728645B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AI EXAM CONTROL · HỌC QUA ARTIFACT CỦA PROJECT</a:t>
            </a:r>
          </a:p>
        </p:txBody>
      </p:sp>
    </p:spTree>
    <p:extLst>
      <p:ext uri="{BB962C8B-B14F-4D97-AF65-F5344CB8AC3E}">
        <p14:creationId xmlns:p14="http://schemas.microsoft.com/office/powerpoint/2010/main" val="247388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9F08A-FE7D-40F0-A0D4-CC30119E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Câu hỏi dẫn đường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0E5B9-D556-42E2-B5F1-38911CEE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947E4-EF37-43A8-B26F-222F8CEF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5B991-15B9-4931-9EE8-C0C5AA2E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057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Một tư thế trong một frame có đủ để gọi là hành vi quay đầu không?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61B7C-6331-47D1-8ADB-3B602B49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Cuối buổi, học viên tự làm được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BF33A-80BB-4233-B92E-286C5F50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19DA1-3AE3-42A7-AD91-6C9EAA3C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Giải thích keypoint và heuristic hình học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9793A-3245-49D8-BE0F-78351AAA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D498B-43B8-4FE0-8AD7-41D914BD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Hiểu track ID là mã tạm thời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433DA-2CC0-4411-84EC-E8088324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3DBB2-9203-468E-972A-6F563BCC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86300"/>
            <a:ext cx="942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biệt frame prediction với event theo thời gian</a:t>
            </a:r>
          </a:p>
        </p:txBody>
      </p:sp>
    </p:spTree>
    <p:extLst>
      <p:ext uri="{BB962C8B-B14F-4D97-AF65-F5344CB8AC3E}">
        <p14:creationId xmlns:p14="http://schemas.microsoft.com/office/powerpoint/2010/main" val="1640222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DECC4-CEEB-43D9-8FBB-7E510759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Pipeline quay đầu là hệ lai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29CD7-40CA-4610-B30A-E78F4C98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AC54C-8939-418E-B633-CD7A67AF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7380C-8F70-4539-A9A7-7BCAB302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BE807-AF7D-4E25-B2EC-8517873D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45B79-0BB7-4D17-9E8E-2E8568DC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Pose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7EF96-3C06-4473-978F-5785501F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Dự đoán keypoint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9422C-E1C6-44B3-BD46-88AEE487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24B5D-FC7C-425E-A586-D22ACF45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99C56-B8C1-47E7-A241-F252FE2C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Hình học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CD605F-3AAC-4F14-A39D-8CB0BCB2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Tạo điểm nghi vấn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A0A92-1143-4D91-8492-5C578A3F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643A1-E037-4764-BAB8-24D28A19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0F892-68A5-47F2-8716-4129CCCB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Tracking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8BDAB-9B9F-4EF4-9294-35AEAD01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52E2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52E24"/>
                </a:solidFill>
                <a:latin typeface="Arial"/>
                <a:ea typeface="Arial"/>
                <a:cs typeface="Arial"/>
              </a:rPr>
              <a:t>Nối người qua frame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2DD48-EAFF-4C5E-B2C4-8AFC48C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073A2-240A-4C97-AC86-FF7E57B0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058A23-ACBE-4ED0-B895-503768D3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Temporal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80764-76B0-4E5D-B787-E7240BB3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Kiểm tra liên tục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3DCF5-6541-4E04-B6EA-E13D0667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20097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F4597-1840-4A7C-AACA-D5DB1D13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F3F522-C9BE-4961-89D3-5C0C8DD8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1704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5B40C4-A3F1-4216-92D1-308A77AD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1704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Duyệt bối cảnh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DDA86-B40E-48CD-8121-941D0030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Phần learned tạo keypoint. Phần heuristic và state machine tạo cảnh báo nghiệp vụ.</a:t>
            </a:r>
          </a:p>
        </p:txBody>
      </p:sp>
    </p:spTree>
    <p:extLst>
      <p:ext uri="{BB962C8B-B14F-4D97-AF65-F5344CB8AC3E}">
        <p14:creationId xmlns:p14="http://schemas.microsoft.com/office/powerpoint/2010/main" val="2013440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C098B-D291-458B-ADB1-BC07FD8F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Heuristic và gap guard của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E4026-F9C7-4433-BDF7-EAF636C6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D3AEB-EE6C-4C5D-ABB1-1710F928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3BE4F-19FF-4531-8192-FDE41E6D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4810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Mặc định trong temporal tracker: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Alert duration: 1,25 giây</a:t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Minimum samples: 3</a:t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Maximum gap: 0,75 giây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Nếu gap vượt mức, chuỗi nghi vấn reset. Track ID gắn với source/session, không phải danh tính.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e91d7e1464600"/>
          <a:stretch xmlns:a="http://schemas.openxmlformats.org/drawingml/2006/main"/>
        </p:blipFill>
        <p:spPr>
          <a:xfrm xmlns:a="http://schemas.openxmlformats.org/drawingml/2006/main">
            <a:off x="5810250" y="1830490"/>
            <a:ext cx="5715000" cy="324464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883A5-C0B6-42EE-B1B0-1BFE3881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`turn_deg` không được trình bày như góc đầu 3D đã hiệu chuẩn.</a:t>
            </a:r>
          </a:p>
        </p:txBody>
      </p:sp>
    </p:spTree>
    <p:extLst>
      <p:ext uri="{BB962C8B-B14F-4D97-AF65-F5344CB8AC3E}">
        <p14:creationId xmlns:p14="http://schemas.microsoft.com/office/powerpoint/2010/main" val="272344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23BDA-7DC5-4F74-A9DD-0739113E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Thực hành trong lớp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B2522-7711-4275-83AF-FDBCAFBE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16E33-7120-4F65-BFB9-9600A345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BAD17-C709-46D1-84F1-A7E48C1E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Gán nhãn interval và mô phỏng state machine bằng timeline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75B50-C61F-4475-9DFA-AF401A54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83AC2-BCA7-4802-88DB-C662A8AB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098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Đặt mốc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D63F9-6EAC-4026-BC19-47D3A1EE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9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Ghi start, end, direction, target anonymous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3A5E7-0040-4F20-9E3E-487FDD13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C282F-8654-4736-9C0D-388239E2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289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Theo dõi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CDF29-7EDB-4807-8C20-2CDD6618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289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Nối quan sát theo source, session, track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1BE07-D19F-469F-9ADD-9C338F4C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A350D-B938-4E83-8DD0-586327F8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DD080-171F-49EE-958F-248E561B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Reset khi khoảng cách vượt 0,75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A1999-E4C8-4467-B206-C96A99D2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09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9090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3E24B-216C-4BFA-869A-2C29006E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Phân loại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4580D-0B15-4705-9D94-754A2766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67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Green, yellow hoặc red theo điều kiện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311CF-63D0-438B-8A7E-38FE7C72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Sản phẩm nộp: event labels + sơ đồ hai pipeline</a:t>
            </a:r>
          </a:p>
        </p:txBody>
      </p:sp>
    </p:spTree>
    <p:extLst>
      <p:ext uri="{BB962C8B-B14F-4D97-AF65-F5344CB8AC3E}">
        <p14:creationId xmlns:p14="http://schemas.microsoft.com/office/powerpoint/2010/main" val="12286139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C1DBA-FE62-4C63-A25E-B938E899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Ba nhầm lẫn cần sửa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63302-31D1-4463-8101-4DF5ADC4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4A200-1D73-4A1E-A0FE-BD72D2D2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F7522-0532-4E59-B875-02F6079C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7D216-C18F-47D0-900C-FFFEC5DF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335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Keypoint đã là kết luận gian lận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D4359-E948-4386-85D3-13B018A5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Keypoint chỉ là output hình học; cần quy tắc và người duyệt.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58485-EC48-4CE0-8996-5BBC017D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69794-A929-4FE8-8CD4-AC20B31F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Track 4 là thí sinh số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DBEB3-FD90-4E63-AC6D-EBE00985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ID có thể đổi khi mất dấu, đổi nguồn hoặc reset phiên.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AD843-C2B6-415C-B143-398D0911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NHẦM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13719-B871-4C6A-8DC4-97CA6156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05300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Hai frame cách nhau 1,25 s đủ tạo đỏ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F3B3A-A96A-48FD-822F-04596E1D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1A1AA"/>
                </a:solidFill>
                <a:latin typeface="Arial"/>
                <a:ea typeface="Arial"/>
                <a:cs typeface="Arial"/>
              </a:rPr>
              <a:t>Chuỗi còn cần tính liên tục và số quan sát tối thiểu.</a:t>
            </a:r>
          </a:p>
        </p:txBody>
      </p:sp>
    </p:spTree>
    <p:extLst>
      <p:ext uri="{BB962C8B-B14F-4D97-AF65-F5344CB8AC3E}">
        <p14:creationId xmlns:p14="http://schemas.microsoft.com/office/powerpoint/2010/main" val="6798653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B6199-DFF7-4760-9704-B0C6268C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4F5"/>
                </a:solidFill>
                <a:latin typeface="Arial"/>
                <a:ea typeface="Arial"/>
                <a:cs typeface="Arial"/>
              </a:rPr>
              <a:t>Kiểm tra cuối buổi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41405-25DB-46EC-8015-A3D232EA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BEE04-6D44-4C16-83FE-D26C25D8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3F4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8FEB7-B826-492D-B0FA-D931E41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Không nhìn tài liệu. Giải thích bằng lời của 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7D1DC-C270-4C40-949C-CE4149EF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157CB-E50E-473E-B4FA-EEE3F2DF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193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Phần nào học từ dữ liệu, phần nào là heuristic?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CF9A8-3CD1-497E-9E4D-1A67CA52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3A3CC-825B-46B2-87C6-76361A42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003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Khi nào track ID có thể đổi?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CC84D-BCFD-443B-A09D-98F25A22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9C4C1-C76E-4EC7-B2C3-3FFB146E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4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4F5"/>
                </a:solidFill>
                <a:latin typeface="Arial"/>
                <a:ea typeface="Arial"/>
                <a:cs typeface="Arial"/>
              </a:rPr>
              <a:t>Vì sao event label cần start và end?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E62EE-3FB8-43D4-8FB4-1D73F863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A1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1A1AA"/>
                </a:solidFill>
                <a:latin typeface="Arial"/>
                <a:ea typeface="Arial"/>
                <a:cs typeface="Arial"/>
              </a:rPr>
              <a:t>Bài nộp: event labels + sơ đồ hai pipeline</a:t>
            </a:r>
          </a:p>
        </p:txBody>
      </p:sp>
    </p:spTree>
    <p:extLst>
      <p:ext uri="{BB962C8B-B14F-4D97-AF65-F5344CB8AC3E}">
        <p14:creationId xmlns:p14="http://schemas.microsoft.com/office/powerpoint/2010/main" val="188524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2026-09-26T10:50:05.3800000Z</dcterms:created>
  <dcterms:modified xsi:type="dcterms:W3CDTF">2026-09-26T10:50:05.3800000Z</dcterms:modified>
</coreProperties>
</file>