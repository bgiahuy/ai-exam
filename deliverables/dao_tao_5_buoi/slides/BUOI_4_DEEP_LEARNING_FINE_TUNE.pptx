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3202de389f4832" /><Relationship Type="http://schemas.openxmlformats.org/officeDocument/2006/relationships/extended-properties" Target="/docProps/app.xml" Id="R1508105aa8584676" /><Relationship Type="http://schemas.openxmlformats.org/officeDocument/2006/relationships/officeDocument" Target="/ppt/presentation.xml" Id="R0eb8355ebc2e45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c2e821200479c"/>
  </p:sldMasterIdLst>
  <p:notesMasterIdLst>
    <p:notesMasterId xmlns:r="http://schemas.openxmlformats.org/officeDocument/2006/relationships" r:id="Re71c22c57d3f423f"/>
  </p:notesMasterIdLst>
  <p:sldIdLst>
    <p:sldId xmlns:r="http://schemas.openxmlformats.org/officeDocument/2006/relationships" id="256" r:id="R1a50cc93408e4a7d"/>
    <p:sldId xmlns:r="http://schemas.openxmlformats.org/officeDocument/2006/relationships" id="257" r:id="R4fe4b9a401744733"/>
    <p:sldId xmlns:r="http://schemas.openxmlformats.org/officeDocument/2006/relationships" id="258" r:id="R4e7a3ecfaede4905"/>
    <p:sldId xmlns:r="http://schemas.openxmlformats.org/officeDocument/2006/relationships" id="259" r:id="R76b2cb6c4c824e3f"/>
    <p:sldId xmlns:r="http://schemas.openxmlformats.org/officeDocument/2006/relationships" id="260" r:id="R80deaa14f1334771"/>
    <p:sldId xmlns:r="http://schemas.openxmlformats.org/officeDocument/2006/relationships" id="261" r:id="R0309776e567e4777"/>
    <p:sldId xmlns:r="http://schemas.openxmlformats.org/officeDocument/2006/relationships" id="262" r:id="Reb913ff9006c49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b5f47cb292449e" /><Relationship Type="http://schemas.openxmlformats.org/officeDocument/2006/relationships/slideMaster" Target="/ppt/slideMasters/slideMaster1.xml" Id="R1e8c2e821200479c" /><Relationship Type="http://schemas.openxmlformats.org/officeDocument/2006/relationships/notesMaster" Target="/ppt/notesMasters/notesMaster1.xml" Id="Re71c22c57d3f423f" /><Relationship Type="http://schemas.openxmlformats.org/officeDocument/2006/relationships/presProps" Target="/ppt/presProps.xml" Id="R3a686d9cd34342d9" /><Relationship Type="http://schemas.openxmlformats.org/officeDocument/2006/relationships/tableStyles" Target="/ppt/tableStyles.xml" Id="R4244c93ace8948be" /><Relationship Type="http://schemas.openxmlformats.org/officeDocument/2006/relationships/slide" Target="/ppt/slides/slide1.xml" Id="R1a50cc93408e4a7d" /><Relationship Type="http://schemas.openxmlformats.org/officeDocument/2006/relationships/slide" Target="/ppt/slides/slide2.xml" Id="R4fe4b9a401744733" /><Relationship Type="http://schemas.openxmlformats.org/officeDocument/2006/relationships/slide" Target="/ppt/slides/slide3.xml" Id="R4e7a3ecfaede4905" /><Relationship Type="http://schemas.openxmlformats.org/officeDocument/2006/relationships/slide" Target="/ppt/slides/slide4.xml" Id="R76b2cb6c4c824e3f" /><Relationship Type="http://schemas.openxmlformats.org/officeDocument/2006/relationships/slide" Target="/ppt/slides/slide5.xml" Id="R80deaa14f1334771" /><Relationship Type="http://schemas.openxmlformats.org/officeDocument/2006/relationships/slide" Target="/ppt/slides/slide6.xml" Id="R0309776e567e4777" /><Relationship Type="http://schemas.openxmlformats.org/officeDocument/2006/relationships/slide" Target="/ppt/slides/slide7.xml" Id="Reb913ff9006c49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92b976d7140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b7bb472eb74105" /><Relationship Type="http://schemas.openxmlformats.org/officeDocument/2006/relationships/notesMaster" Target="/ppt/notesMasters/notesMaster1.xml" Id="R9485c53816ae43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b6cb64f8c4468d" /><Relationship Type="http://schemas.openxmlformats.org/officeDocument/2006/relationships/notesMaster" Target="/ppt/notesMasters/notesMaster1.xml" Id="Rcc8cf7bf0c2543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eb6f66a4f47ff" /><Relationship Type="http://schemas.openxmlformats.org/officeDocument/2006/relationships/notesMaster" Target="/ppt/notesMasters/notesMaster1.xml" Id="R88a19934764548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69fc0d209e4106" /><Relationship Type="http://schemas.openxmlformats.org/officeDocument/2006/relationships/notesMaster" Target="/ppt/notesMasters/notesMaster1.xml" Id="Rc0d412e1fb86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0f17a9d774e11" /><Relationship Type="http://schemas.openxmlformats.org/officeDocument/2006/relationships/notesMaster" Target="/ppt/notesMasters/notesMaster1.xml" Id="R0602a78695894b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982be22caa4fcd" /><Relationship Type="http://schemas.openxmlformats.org/officeDocument/2006/relationships/notesMaster" Target="/ppt/notesMasters/notesMaster1.xml" Id="Reea4b34960fe47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5b1723ee342ec" /><Relationship Type="http://schemas.openxmlformats.org/officeDocument/2006/relationships/notesMaster" Target="/ppt/notesMasters/notesMaster1.xml" Id="R7d9131a63ea840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Đọc `args.yaml` và `results.csv`, giải thích checkpoint, resume, loss, metric và các kết luận chưa đủ bằng chứng.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ví dụ một batch nhỏ. Không dạy chi tiết đạo hàm nếu học viên chưa có nền toán.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reports/evidence/training_lineage/args.yaml, results.csv, lineage_manifest.json. Artifact chỉ phản ánh run lịch sử.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Không chạy lại training trong khóa chính và không truy cập thư mục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d77dc98644e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fc41f9814a456e" /><Relationship Type="http://schemas.openxmlformats.org/officeDocument/2006/relationships/slideLayout" Target="/ppt/slideLayouts/slideLayout1.xml" Id="Rc2ffa77d7a1745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ffa77d7a1745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848a4ca4b42c6" /><Relationship Type="http://schemas.openxmlformats.org/officeDocument/2006/relationships/notesSlide" Target="/ppt/notesSlides/notesSlide1.xml" Id="Rd81847a0ade7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43f4ddc35469e" /><Relationship Type="http://schemas.openxmlformats.org/officeDocument/2006/relationships/notesSlide" Target="/ppt/notesSlides/notesSlide2.xml" Id="R0d1b3cfbbdd04d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e9b2a71fb402c" /><Relationship Type="http://schemas.openxmlformats.org/officeDocument/2006/relationships/notesSlide" Target="/ppt/notesSlides/notesSlide3.xml" Id="R4d2012bdd1e34e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cf06392be4208" /><Relationship Type="http://schemas.openxmlformats.org/officeDocument/2006/relationships/notesSlide" Target="/ppt/notesSlides/notesSlide4.xml" Id="Redc3af6a5809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9d08eeb9549f4" /><Relationship Type="http://schemas.openxmlformats.org/officeDocument/2006/relationships/notesSlide" Target="/ppt/notesSlides/notesSlide5.xml" Id="Rb325c37cda58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4509f26c749c9" /><Relationship Type="http://schemas.openxmlformats.org/officeDocument/2006/relationships/notesSlide" Target="/ppt/notesSlides/notesSlide6.xml" Id="Rea3c33104a0447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6bd2518af4086" /><Relationship Type="http://schemas.openxmlformats.org/officeDocument/2006/relationships/notesSlide" Target="/ppt/notesSlides/notesSlide7.xml" Id="R535785162a5e45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DF776-DB5F-4A12-B9E7-6CF2CF94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BUỔI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B6038-D09F-47EB-9D69-6E53ACC3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Deep Learning, transfer learning và fine-tune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773E3-C4CC-414B-BB36-57A7D416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Đọc một run huấn luyện lịch sử thay vì học thuộc thuật ngữ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BC738-58D1-4D1F-8AD3-EA617B98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7DDFD-1A02-4C4D-AAA7-B85AF7E0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`args.yaml` và `results.csv`, giải thích checkpoint, resume, loss, metric và các kết luận chưa đủ bằng chứng.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19259-9D14-417F-877B-4DAC9760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386493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F3381-BB28-4D6D-875B-93C7E5C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8017E-19FE-4BE4-A239-8AFDDA55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F629C-CE2D-4B58-BD17-1566CF01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FEF0C-8ED5-4803-BB92-5E55BC9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Fine-tune đã làm gì với một model có sẵn, và nhìn log nào để biết việc học đang diễn ra?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1C22F-9AD7-4692-A90C-66803918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1DEB4-E5EC-4701-9D5D-ADEE7F5E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5DBD9-9097-4550-AA6A-25C722BA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Kể đúng vòng prediction, loss, gradient,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CEAA7-2A57-4FBB-A46D-6D164BA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FD3A3-4EC5-420E-98C5-1BF18D20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pretrained, fine-tune, checkpoint và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186AE-7676-499D-B2EA-249A0F4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BC6C7-384A-4732-9D0A-735D6E7F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hyperparameter cùng dấu hiệu overfit</a:t>
            </a:r>
          </a:p>
        </p:txBody>
      </p:sp>
    </p:spTree>
    <p:extLst>
      <p:ext uri="{BB962C8B-B14F-4D97-AF65-F5344CB8AC3E}">
        <p14:creationId xmlns:p14="http://schemas.microsoft.com/office/powerpoint/2010/main" val="1665616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C8DE5-0C04-4DF0-881B-C64CEE09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Vòng lặp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79B8E-9739-45B9-B185-596EAC80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DC2DB-A726-4B79-AD86-1E6AB43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93E74-CDF0-4F78-AFFF-C7460B91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8086B-FA48-43CB-95D1-68479D9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613A8-542C-4BEA-B1D9-E66792A5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64B06-E987-41AF-B6E8-25331098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Input và 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F21D1-869A-49CA-8A1E-82B6054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07BCB-FE42-423F-8AF6-A5FB976D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875CE-5A2A-46A1-8706-78BE60A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Forward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D52AE-AE7A-4B0E-A86F-D1F3C458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Model dự đoán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C9525-5A9D-4F0B-B4C3-CC9D8046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8FE81-6DDE-486F-8864-92B471A9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7A4DD-2DD2-41BB-920C-F0340FF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B0AE2-2290-4D96-8FBE-88DD169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So với ground truth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FC56E-6B32-450A-831D-61D031CD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4F29E-50E2-4DFC-B8BE-44183FCF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09E5A-193B-4BA2-85B7-C7D23ADD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5D9BF-93A5-4EE7-BAE8-6E109B78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Hướng điều chỉnh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9F7C9-96D1-49E1-9C06-61ED1425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90246-5AC3-4774-B02D-B9E8AE4C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43DF6-84C5-48D1-940D-65D6B6F8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EE2E3-0DC2-4BFC-BA9C-45065EEC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Đổi weights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DA588-B56D-4F71-98D1-9FCC95F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Inference dừng ở prediction. Fine-tune tiếp tục tính loss và cập nhật weights.</a:t>
            </a:r>
          </a:p>
        </p:txBody>
      </p:sp>
    </p:spTree>
    <p:extLst>
      <p:ext uri="{BB962C8B-B14F-4D97-AF65-F5344CB8AC3E}">
        <p14:creationId xmlns:p14="http://schemas.microsoft.com/office/powerpoint/2010/main" val="2055544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0CA37-06BA-4B90-B36C-7B9C89AE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Run lịch sử của detector điện thoại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749EB-B451-49FB-BB84-820019F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76B19-8F47-46F6-80EE-739F6F1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87BFE-743A-4407-9901-EBC3B9B9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task: detect · mode: train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epochs: 60 · batch: 6 · imgsz: 960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optimizer: auto · seed: 0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resume: last.pt · close_mosaic: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Log có box loss, cls loss, DFL loss, precision, recall, mAP.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Time reset trước epoch 6 là dấu vết resume.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Initial pretrained checkpoint: UNRESOLVED</a:t>
            </a:r>
          </a:p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Best checkpoint source epoch: UNRESOLVED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5CF49-C395-421B-8D3B-FBD698B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Epoch có mAP50 cao nhất không tự chứng minh đó là epoch sinh checkpoint triển khai.</a:t>
            </a:r>
          </a:p>
        </p:txBody>
      </p:sp>
    </p:spTree>
    <p:extLst>
      <p:ext uri="{BB962C8B-B14F-4D97-AF65-F5344CB8AC3E}">
        <p14:creationId xmlns:p14="http://schemas.microsoft.com/office/powerpoint/2010/main" val="2120833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C0EC4-85E2-4417-BCA2-7C04C42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8C6E8-06B5-4EDD-B022-2AC0B4CE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170E3-448F-4A76-B152-DEAD23A1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AFD77-65B9-4588-B338-180BDBA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Điền phiếu đọc run và chẩn đoán ba đường cong giả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D2C14-BAD6-44A9-BB9F-B26D461A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FCF61-33A4-44B3-8966-651DA72A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73618-037B-4B07-9248-0EBDFA3E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Task, model, epoch, batch, image size, optimizer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B3811-224E-4144-939D-00FE302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5A97E-1288-4DE8-80A0-9DCF1D54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Đọc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1F904-E0BE-4D22-987C-71D37C47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Loss và metric theo epoch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F1FDA-7341-4943-B006-FB61E14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AA585-A9E6-4988-9658-B2E805C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Tìm resume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12DEB-96C6-4FA8-9235-B6348382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Đối chiếu args và time reset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EA4C8-056C-483C-918A-E9EBA405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A14D4-D6C3-49E0-82B4-0C7D526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Đặt giới hạn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93BD7-0EA8-480C-81B9-0BDA8B73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Ghi rõ fact, inference và unresolved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5750D-2C4F-4068-B248-9E3C99FC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Sản phẩm nộp: phiếu đọc fine-tune run</a:t>
            </a:r>
          </a:p>
        </p:txBody>
      </p:sp>
    </p:spTree>
    <p:extLst>
      <p:ext uri="{BB962C8B-B14F-4D97-AF65-F5344CB8AC3E}">
        <p14:creationId xmlns:p14="http://schemas.microsoft.com/office/powerpoint/2010/main" val="175545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E95AB-C2F7-4281-91BC-E7175FD5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37C0A-C70C-4012-BBEC-6A49CD7E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1CF7B-D81F-4541-9A75-F1DFBC88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202A4-EFF4-4F49-BA13-79016A8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D8401-BE8A-4FEA-9A6E-8DB7945E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Mở webcam là fine-tune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EBDBD-C964-48ED-A62E-A987D28E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Đó là inference vì weights không được cập nhật.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AD8B1-589C-4E28-95C8-2A8D8E24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47F08-C633-44D4-B6AC-8E7CF7F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Loss giảm nghĩa thực địa chắc chắn tốt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EEE03-A4BA-4E67-A7D2-F2A9D5A0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Cần validation/test đại diện và phân tích lỗi.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34B53-6B99-4289-BC67-63269DBB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6882F-AD90-460C-B2AF-8DB793FE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Augmentation tạo đủ mọi điều kiện thật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002F7-AD70-4907-A403-61A1F97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Biến đổi ảnh không thay thế dữ liệu mục tiêu được thu đúng cách.</a:t>
            </a:r>
          </a:p>
        </p:txBody>
      </p:sp>
    </p:spTree>
    <p:extLst>
      <p:ext uri="{BB962C8B-B14F-4D97-AF65-F5344CB8AC3E}">
        <p14:creationId xmlns:p14="http://schemas.microsoft.com/office/powerpoint/2010/main" val="9552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B6587-8715-47AF-9C8D-848A6D33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04059-0979-410A-A9FC-F06E795C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A7BDF-4E71-4E83-8DF4-9FB017BE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18903-04E4-478A-81D5-8071818A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DAF7A-2217-4370-953A-2B19F52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6E34E-25DC-44AE-A48B-A4C18C1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Fine-tune khác inference ở đâu?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322F5-C3FB-4B1B-84FC-1137B8E6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D0E22-ECCE-4FDA-A188-15E9C2D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Resume từ last.pt chứng minh điều gì?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ED881-8E46-4C2D-91B6-58C74F0F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6F9F9-565C-43C0-81D2-DD5ED83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Loss và metric có vai trò khác nhau thế nào?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26791-B90D-4E1B-AA04-23AC8EEE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phiếu đọc fine-tune run</a:t>
            </a:r>
          </a:p>
        </p:txBody>
      </p:sp>
    </p:spTree>
    <p:extLst>
      <p:ext uri="{BB962C8B-B14F-4D97-AF65-F5344CB8AC3E}">
        <p14:creationId xmlns:p14="http://schemas.microsoft.com/office/powerpoint/2010/main" val="1267841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2026-09-26T10:50:12.7640000Z</dcterms:created>
  <dcterms:modified xsi:type="dcterms:W3CDTF">2026-09-26T10:50:12.7640000Z</dcterms:modified>
</coreProperties>
</file>