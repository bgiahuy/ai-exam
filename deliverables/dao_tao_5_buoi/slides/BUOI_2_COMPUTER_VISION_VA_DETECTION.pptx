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7b7c74c05444b1" /><Relationship Type="http://schemas.openxmlformats.org/officeDocument/2006/relationships/extended-properties" Target="/docProps/app.xml" Id="R987d57fe6f824f9c" /><Relationship Type="http://schemas.openxmlformats.org/officeDocument/2006/relationships/officeDocument" Target="/ppt/presentation.xml" Id="Rd9d4f2266b9f45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bc98fa27274888"/>
  </p:sldMasterIdLst>
  <p:notesMasterIdLst>
    <p:notesMasterId xmlns:r="http://schemas.openxmlformats.org/officeDocument/2006/relationships" r:id="R202855c0948a42af"/>
  </p:notesMasterIdLst>
  <p:sldIdLst>
    <p:sldId xmlns:r="http://schemas.openxmlformats.org/officeDocument/2006/relationships" id="256" r:id="R660aaf67216644dd"/>
    <p:sldId xmlns:r="http://schemas.openxmlformats.org/officeDocument/2006/relationships" id="257" r:id="Rdba1d92d2d6947f2"/>
    <p:sldId xmlns:r="http://schemas.openxmlformats.org/officeDocument/2006/relationships" id="258" r:id="Rab70987012bf432f"/>
    <p:sldId xmlns:r="http://schemas.openxmlformats.org/officeDocument/2006/relationships" id="259" r:id="R75bef8d5907a4d6a"/>
    <p:sldId xmlns:r="http://schemas.openxmlformats.org/officeDocument/2006/relationships" id="260" r:id="R4b491af760e04fab"/>
    <p:sldId xmlns:r="http://schemas.openxmlformats.org/officeDocument/2006/relationships" id="261" r:id="Rb67847f27cdf4046"/>
    <p:sldId xmlns:r="http://schemas.openxmlformats.org/officeDocument/2006/relationships" id="262" r:id="Rde8e91b743a448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a6ed577584c94" /><Relationship Type="http://schemas.openxmlformats.org/officeDocument/2006/relationships/slideMaster" Target="/ppt/slideMasters/slideMaster1.xml" Id="R39bc98fa27274888" /><Relationship Type="http://schemas.openxmlformats.org/officeDocument/2006/relationships/notesMaster" Target="/ppt/notesMasters/notesMaster1.xml" Id="R202855c0948a42af" /><Relationship Type="http://schemas.openxmlformats.org/officeDocument/2006/relationships/presProps" Target="/ppt/presProps.xml" Id="R5a894ba7331b4307" /><Relationship Type="http://schemas.openxmlformats.org/officeDocument/2006/relationships/tableStyles" Target="/ppt/tableStyles.xml" Id="Rd1f99ac4815345cc" /><Relationship Type="http://schemas.openxmlformats.org/officeDocument/2006/relationships/slide" Target="/ppt/slides/slide1.xml" Id="R660aaf67216644dd" /><Relationship Type="http://schemas.openxmlformats.org/officeDocument/2006/relationships/slide" Target="/ppt/slides/slide2.xml" Id="Rdba1d92d2d6947f2" /><Relationship Type="http://schemas.openxmlformats.org/officeDocument/2006/relationships/slide" Target="/ppt/slides/slide3.xml" Id="Rab70987012bf432f" /><Relationship Type="http://schemas.openxmlformats.org/officeDocument/2006/relationships/slide" Target="/ppt/slides/slide4.xml" Id="R75bef8d5907a4d6a" /><Relationship Type="http://schemas.openxmlformats.org/officeDocument/2006/relationships/slide" Target="/ppt/slides/slide5.xml" Id="R4b491af760e04fab" /><Relationship Type="http://schemas.openxmlformats.org/officeDocument/2006/relationships/slide" Target="/ppt/slides/slide6.xml" Id="Rb67847f27cdf4046" /><Relationship Type="http://schemas.openxmlformats.org/officeDocument/2006/relationships/slide" Target="/ppt/slides/slide7.xml" Id="Rde8e91b743a448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74d7c550943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963ac226c4da4" /><Relationship Type="http://schemas.openxmlformats.org/officeDocument/2006/relationships/notesMaster" Target="/ppt/notesMasters/notesMaster1.xml" Id="R870b6a57797540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1379ed7e84488a" /><Relationship Type="http://schemas.openxmlformats.org/officeDocument/2006/relationships/notesMaster" Target="/ppt/notesMasters/notesMaster1.xml" Id="Rf732ffdd023847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e259dd1be84374" /><Relationship Type="http://schemas.openxmlformats.org/officeDocument/2006/relationships/notesMaster" Target="/ppt/notesMasters/notesMaster1.xml" Id="R25eaed535d734d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7eda5769204963" /><Relationship Type="http://schemas.openxmlformats.org/officeDocument/2006/relationships/notesMaster" Target="/ppt/notesMasters/notesMaster1.xml" Id="Rfcc1db5ad24a42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ceca7ac68c4d12" /><Relationship Type="http://schemas.openxmlformats.org/officeDocument/2006/relationships/notesMaster" Target="/ppt/notesMasters/notesMaster1.xml" Id="R7ab32b59d3f245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bfe7dfb20a47f0" /><Relationship Type="http://schemas.openxmlformats.org/officeDocument/2006/relationships/notesMaster" Target="/ppt/notesMasters/notesMaster1.xml" Id="R4cf2c9108eae45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786b1a88f04728" /><Relationship Type="http://schemas.openxmlformats.org/officeDocument/2006/relationships/notesMaster" Target="/ppt/notesMasters/notesMaster1.xml" Id="Rbc4a577b69724f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Gán nhãn YOLO hợp lệ, tính IoU và đếm TP, FP, FN theo một operating point đã cho.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Phóng to một ảnh để chỉ pixel. Dùng vật nhỏ ở xa để giải thích tác động độ phân giải.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nội bộ: deliverables/ha_noi/screenshots/live_monitor_multi_cam.png. Khái niệm đánh giá đối chiếu scripts/evaluation/evaluate_phone.py.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Ảnh negative phải có file label rỗng theo protocol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a4ae5da3149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e8752abd74e0b" /><Relationship Type="http://schemas.openxmlformats.org/officeDocument/2006/relationships/slideLayout" Target="/ppt/slideLayouts/slideLayout1.xml" Id="R70ebfe0686294b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ebfe0686294b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46e6a63b0451e" /><Relationship Type="http://schemas.openxmlformats.org/officeDocument/2006/relationships/notesSlide" Target="/ppt/notesSlides/notesSlide1.xml" Id="Rd02f67eaa7fc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d8d94efb0499c" /><Relationship Type="http://schemas.openxmlformats.org/officeDocument/2006/relationships/notesSlide" Target="/ppt/notesSlides/notesSlide2.xml" Id="R8b19ae5a8c3e4a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ba34116364065" /><Relationship Type="http://schemas.openxmlformats.org/officeDocument/2006/relationships/notesSlide" Target="/ppt/notesSlides/notesSlide3.xml" Id="R9fc0dc14e33d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2f4ff18164d28" /><Relationship Type="http://schemas.openxmlformats.org/officeDocument/2006/relationships/image" Target="/ppt/media/image.png" Id="Rb7738f7ec83c414c" /><Relationship Type="http://schemas.openxmlformats.org/officeDocument/2006/relationships/notesSlide" Target="/ppt/notesSlides/notesSlide4.xml" Id="R9ac8d32d00914f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d5fa7631d4d17" /><Relationship Type="http://schemas.openxmlformats.org/officeDocument/2006/relationships/notesSlide" Target="/ppt/notesSlides/notesSlide5.xml" Id="R4a0cdc56e07d41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46ef56d2c4497" /><Relationship Type="http://schemas.openxmlformats.org/officeDocument/2006/relationships/notesSlide" Target="/ppt/notesSlides/notesSlide6.xml" Id="Rab6c9a199e8d45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461a141bc413e" /><Relationship Type="http://schemas.openxmlformats.org/officeDocument/2006/relationships/notesSlide" Target="/ppt/notesSlides/notesSlide7.xml" Id="Rcd6f19093ea748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BDA8B-E935-437E-94BB-8405C346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BUỔI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CBA3-7332-4A46-82C0-41DB1FA5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Computer Vision và object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3EB8A-3AAD-447D-AF1A-C734A613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Pixel, bounding box, confidence và cách ghép prediction với nhãn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4EB43-C2BB-430B-B2C9-5A892EF0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9950D-E72F-4EAE-A2BE-75C0085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 YOLO hợp lệ, tính IoU và đếm TP, FP, FN theo một operating point đã cho.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AF4BB-6B83-448B-A13B-533CB7A3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1038832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D8263-6536-47E9-9FB6-86190CA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6988F-8BF1-4A1C-BF5B-B9D6AA49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6D26-604A-49D2-9D10-7F1F0CB2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881A-FC2E-4FD6-844E-BF96E618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ảnh biến thành con số thế nào, và model biết một bounding box là đúng bằng cách nào?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915DD-13DC-40E2-8850-45D716A3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7FD18-2151-40C2-9538-AD81D937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79416-82C4-4EE0-BF77-E05A239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classification với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B8944-53AB-4DE0-B1AC-D858FFF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5DBFB-3CB3-4CAF-9C7B-90546091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và tạo nhãn YOLO chuẩn hóa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4BE9A-28BD-4534-BF34-79C2E31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0E1A9-D89D-42D9-AFCA-DE7C18B1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Giải thích confidence, IoU, threshold và NMS</a:t>
            </a:r>
          </a:p>
        </p:txBody>
      </p:sp>
    </p:spTree>
    <p:extLst>
      <p:ext uri="{BB962C8B-B14F-4D97-AF65-F5344CB8AC3E}">
        <p14:creationId xmlns:p14="http://schemas.microsoft.com/office/powerpoint/2010/main" val="421905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E00C2-7B1A-4ECC-B6BF-DD0BCA8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Từ pixel đến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52DFC-C2E4-4937-B34A-907F1D36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1A3D5-A705-43DD-A6D9-C22F2D14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24E86-7729-49A4-8222-1448B1D6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4A071-FC58-4E3F-A7C2-F95B680A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BD548-C24D-4EB8-80F4-71513806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Ảnh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7F82C-3608-49E9-ABDB-1013D851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Pixel và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83804-6BF0-4CB2-BA72-194BB407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B0A7F-B552-45BC-8BF1-D32981A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75A3B-AFB3-4761-AA1C-2BE66ABA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Resize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46BAF-538F-45A4-8970-C5BAA3F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Giữ hoặc mất chi tiết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392D4-24E4-44AD-ADE6-36691374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FA966-907E-4AB0-A5E2-AA644064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100B1-5AE4-45EA-BE22-724C2CDB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2645A-8D66-44E0-83F5-AF50C8F0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Dự đoán box và điểm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63D7D-31BF-404B-8841-C9B754C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87E1B-DC97-4C2C-9E03-12C7733B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68CB6-6BCD-430C-9687-233F3FE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Ngưỡng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BB867-BD68-40E0-AE6D-BB23E04F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Giữ prediction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4F237-93E7-447D-9B50-E79611A6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EC748-AB74-4C47-B054-D1031888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79C63-215D-4E7E-963E-7A735096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NMS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B0A4C-8206-40E2-BBDC-51F0FBFF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Loại box trùng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389E03-9F2C-471B-8C20-CEACE133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Camera FPS, inference FPS và số kết quả mỗi giây là ba đại lượng cần gọi đúng.</a:t>
            </a:r>
          </a:p>
        </p:txBody>
      </p:sp>
    </p:spTree>
    <p:extLst>
      <p:ext uri="{BB962C8B-B14F-4D97-AF65-F5344CB8AC3E}">
        <p14:creationId xmlns:p14="http://schemas.microsoft.com/office/powerpoint/2010/main" val="1857452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95D1F-EB53-496A-BEE7-6095E556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Detector điện thoại trong giao diện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BFD93-6871-4EF6-9D4F-95D37850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122BA-D052-44BD-98A6-E2321058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FAD70-FEA9-4E0D-B282-7BC8067B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Classification trả một lớp cho toàn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Detection trả class, bounding box và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IoU đo độ chồng khớp giữa prediction và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Threshold chọn operating point. NMS giảm box trùng.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38f7ec83c414c"/>
          <a:stretch xmlns:a="http://schemas.openxmlformats.org/drawingml/2006/main"/>
        </p:blipFill>
        <p:spPr>
          <a:xfrm xmlns:a="http://schemas.openxmlformats.org/drawingml/2006/main">
            <a:off x="5810250" y="1666875"/>
            <a:ext cx="5715000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1B981-C9FF-42C0-BE47-A79C0CE2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Confidence không phải xác suất một người đang gian lận.</a:t>
            </a:r>
          </a:p>
        </p:txBody>
      </p:sp>
    </p:spTree>
    <p:extLst>
      <p:ext uri="{BB962C8B-B14F-4D97-AF65-F5344CB8AC3E}">
        <p14:creationId xmlns:p14="http://schemas.microsoft.com/office/powerpoint/2010/main" val="776863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7CC5C-CDDB-41BA-B74C-1C46B5DB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D58A7-18B0-4413-B9F7-A89B99F3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91B64-A8F9-49FF-8168-E0211745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17E6A-418B-4C2A-94CB-F709FE7C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nhãn, review box và chấm tám prediction giả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BB08D-0034-43D5-92D3-621C3F7D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0BAA4-758E-494B-85BB-95C5228D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Vẽ 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D22ED-5FC1-489F-A691-939D2FCC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Bao sát điện thoại theo guideline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16587-C94D-46D7-AE2C-EA01C0B0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5DF23-CA87-4B5C-BE48-A564FE0C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F802B-5048-4A77-BA47-74E5FFFA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Đổi sang class, tâm, rộng, 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42D7C-5A51-403B-A4A2-6681B70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05778-4A2B-447B-8170-B26B704A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45773-FA75-4F40-9D91-A572119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So nhãn giữa hai người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7B23E-FE6F-47E9-BBBB-911876B0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288CF-A785-4452-8660-BD1CA9E8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107F5-CAFF-4414-A8E5-CC3F804E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Áp confidence và IoU để đếm TP, FP, FN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514F9-A332-4C37-BCA2-A5CAB39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Sản phẩm nộp: 10 nhãn mẫu + phiếu kiểm nhãn</a:t>
            </a:r>
          </a:p>
        </p:txBody>
      </p:sp>
    </p:spTree>
    <p:extLst>
      <p:ext uri="{BB962C8B-B14F-4D97-AF65-F5344CB8AC3E}">
        <p14:creationId xmlns:p14="http://schemas.microsoft.com/office/powerpoint/2010/main" val="11665277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35E80-A32B-4913-B3E3-31F9152A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B505A-93C5-4A6B-AC28-1D98D18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DF57F-A0D8-4E75-86AA-F03CFEE2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59183-04D1-4753-8435-0EC8C6E3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70DA3-5429-467A-BCD0-85AF64C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Box rộng hơn sẽ an toàn hơn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874C8-345A-4EF1-B9CC-5AA21F6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Box dư nền làm nhãn kém nhất quán và giảm chất lượng định vị.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1EBD5-C4D6-4527-A1D8-0F77672C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0DF20-C713-4C98-8D05-014ED357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Confidence 0,9 nghĩa là đúng 90%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149B8-4570-4742-9D05-F1A86855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Confidence là điểm dự đoán; độ đúng cần đo trên dữ liệu có nhãn.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6DF94-A525-4173-BFD5-483E0000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A3C5D-DFAA-49C8-8CDC-55F22B96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Hạ threshold luôn tốt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8C1EA-F2E5-4F55-9E69-A6BD27C0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Hạ ngưỡng thường giữ thêm cả true positive và false positive.</a:t>
            </a:r>
          </a:p>
        </p:txBody>
      </p:sp>
    </p:spTree>
    <p:extLst>
      <p:ext uri="{BB962C8B-B14F-4D97-AF65-F5344CB8AC3E}">
        <p14:creationId xmlns:p14="http://schemas.microsoft.com/office/powerpoint/2010/main" val="655768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4EF57-874C-4D04-9F67-FC7C6E8E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FD315-B012-4924-9083-D83B49D3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0F422-D3B0-49D5-8F72-A29892DE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61D76-C53C-4390-80C6-99D51B0B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2D173-93E5-4D08-9DE9-956016CA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A5B97-276C-4638-A212-88687929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Detection thêm thông tin gì so với classification?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D640A-F2E1-4026-9488-8FB32729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30ABF-1AFC-4EDC-8CE4-EDE352C0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IoU đo gì và không đo gì?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E00FD-5E59-4780-AB2B-16AA411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D18AB-9945-4038-9A8A-77365E1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NMS giải quyết vấn đề nào?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3FE8B-D866-4358-9A35-6B50A924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10 nhãn mẫu + phiếu kiểm nhãn</a:t>
            </a:r>
          </a:p>
        </p:txBody>
      </p:sp>
    </p:spTree>
    <p:extLst>
      <p:ext uri="{BB962C8B-B14F-4D97-AF65-F5344CB8AC3E}">
        <p14:creationId xmlns:p14="http://schemas.microsoft.com/office/powerpoint/2010/main" val="1496695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2026-09-26T10:49:57.0590000Z</dcterms:created>
  <dcterms:modified xsi:type="dcterms:W3CDTF">2026-09-26T10:49:57.0590000Z</dcterms:modified>
</coreProperties>
</file>