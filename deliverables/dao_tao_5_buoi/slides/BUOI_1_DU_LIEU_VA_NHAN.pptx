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3d9385c744591" /><Relationship Type="http://schemas.openxmlformats.org/officeDocument/2006/relationships/extended-properties" Target="/docProps/app.xml" Id="R4ec80ff7fe1d47c6" /><Relationship Type="http://schemas.openxmlformats.org/officeDocument/2006/relationships/officeDocument" Target="/ppt/presentation.xml" Id="Rcab2103286d6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b02522f7a4045"/>
  </p:sldMasterIdLst>
  <p:notesMasterIdLst>
    <p:notesMasterId xmlns:r="http://schemas.openxmlformats.org/officeDocument/2006/relationships" r:id="R8efad310f6374749"/>
  </p:notesMasterIdLst>
  <p:sldIdLst>
    <p:sldId xmlns:r="http://schemas.openxmlformats.org/officeDocument/2006/relationships" id="256" r:id="R75452ec0c077496c"/>
    <p:sldId xmlns:r="http://schemas.openxmlformats.org/officeDocument/2006/relationships" id="257" r:id="Rc6b2793fbad145dd"/>
    <p:sldId xmlns:r="http://schemas.openxmlformats.org/officeDocument/2006/relationships" id="258" r:id="R3a323da952ed4555"/>
    <p:sldId xmlns:r="http://schemas.openxmlformats.org/officeDocument/2006/relationships" id="259" r:id="Rf2cb9b0f1b7a4ace"/>
    <p:sldId xmlns:r="http://schemas.openxmlformats.org/officeDocument/2006/relationships" id="260" r:id="R8d04066bbc2243c3"/>
    <p:sldId xmlns:r="http://schemas.openxmlformats.org/officeDocument/2006/relationships" id="261" r:id="R53066ae4217d431d"/>
    <p:sldId xmlns:r="http://schemas.openxmlformats.org/officeDocument/2006/relationships" id="262" r:id="R19dd438a6af941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345dd0f9848b6" /><Relationship Type="http://schemas.openxmlformats.org/officeDocument/2006/relationships/slideMaster" Target="/ppt/slideMasters/slideMaster1.xml" Id="R25cb02522f7a4045" /><Relationship Type="http://schemas.openxmlformats.org/officeDocument/2006/relationships/notesMaster" Target="/ppt/notesMasters/notesMaster1.xml" Id="R8efad310f6374749" /><Relationship Type="http://schemas.openxmlformats.org/officeDocument/2006/relationships/presProps" Target="/ppt/presProps.xml" Id="Ra5f041ac11f542e4" /><Relationship Type="http://schemas.openxmlformats.org/officeDocument/2006/relationships/tableStyles" Target="/ppt/tableStyles.xml" Id="R38738cbcaebb4d4c" /><Relationship Type="http://schemas.openxmlformats.org/officeDocument/2006/relationships/slide" Target="/ppt/slides/slide1.xml" Id="R75452ec0c077496c" /><Relationship Type="http://schemas.openxmlformats.org/officeDocument/2006/relationships/slide" Target="/ppt/slides/slide2.xml" Id="Rc6b2793fbad145dd" /><Relationship Type="http://schemas.openxmlformats.org/officeDocument/2006/relationships/slide" Target="/ppt/slides/slide3.xml" Id="R3a323da952ed4555" /><Relationship Type="http://schemas.openxmlformats.org/officeDocument/2006/relationships/slide" Target="/ppt/slides/slide4.xml" Id="Rf2cb9b0f1b7a4ace" /><Relationship Type="http://schemas.openxmlformats.org/officeDocument/2006/relationships/slide" Target="/ppt/slides/slide5.xml" Id="R8d04066bbc2243c3" /><Relationship Type="http://schemas.openxmlformats.org/officeDocument/2006/relationships/slide" Target="/ppt/slides/slide6.xml" Id="R53066ae4217d431d" /><Relationship Type="http://schemas.openxmlformats.org/officeDocument/2006/relationships/slide" Target="/ppt/slides/slide7.xml" Id="R19dd438a6af9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2d637cb467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f2a0ca55f4d8c" /><Relationship Type="http://schemas.openxmlformats.org/officeDocument/2006/relationships/notesMaster" Target="/ppt/notesMasters/notesMaster1.xml" Id="R6407941a898249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afa93ae024a30" /><Relationship Type="http://schemas.openxmlformats.org/officeDocument/2006/relationships/notesMaster" Target="/ppt/notesMasters/notesMaster1.xml" Id="R6ef58d44e7404b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289eec1f54d7c" /><Relationship Type="http://schemas.openxmlformats.org/officeDocument/2006/relationships/notesMaster" Target="/ppt/notesMasters/notesMaster1.xml" Id="Rb7e6b7cad15e42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eb50f6021349ad" /><Relationship Type="http://schemas.openxmlformats.org/officeDocument/2006/relationships/notesMaster" Target="/ppt/notesMasters/notesMaster1.xml" Id="R6a9651d09dc746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f178504d840bd" /><Relationship Type="http://schemas.openxmlformats.org/officeDocument/2006/relationships/notesMaster" Target="/ppt/notesMasters/notesMaster1.xml" Id="Rd2b09a1f408c44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9ea5663234477" /><Relationship Type="http://schemas.openxmlformats.org/officeDocument/2006/relationships/notesMaster" Target="/ppt/notesMasters/notesMaster1.xml" Id="Rf46f590d82cc4e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2e49d2241d44a3" /><Relationship Type="http://schemas.openxmlformats.org/officeDocument/2006/relationships/notesMaster" Target="/ppt/notesMasters/notesMaster1.xml" Id="R366ee54fb322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Tạo một data card nhỏ và đề xuất cách chia train, validation, test tránh rò rỉ theo video hoặc phiên.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một chuỗi frame gần nhau để minh họa leakage. Metadata không thay thế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datasets/README.md; reports/evidence/training_lineage/lineage_manifest.json; REPORT_GAP_REGISTER.md. Các con số là artifact lịch sử.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Không dùng hình ảnh có mặt hoặc thông tin nhận dạng khi chưa có sự đồng 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510140d5046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1477a4246d4da5" /><Relationship Type="http://schemas.openxmlformats.org/officeDocument/2006/relationships/slideLayout" Target="/ppt/slideLayouts/slideLayout1.xml" Id="R465136198eff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136198eff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d7fe4e5334d8b" /><Relationship Type="http://schemas.openxmlformats.org/officeDocument/2006/relationships/notesSlide" Target="/ppt/notesSlides/notesSlide1.xml" Id="Rdc7488d7bfd5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0a552bca74ab6" /><Relationship Type="http://schemas.openxmlformats.org/officeDocument/2006/relationships/notesSlide" Target="/ppt/notesSlides/notesSlide2.xml" Id="R42eca8b35af942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08d771a2145ac" /><Relationship Type="http://schemas.openxmlformats.org/officeDocument/2006/relationships/notesSlide" Target="/ppt/notesSlides/notesSlide3.xml" Id="Rf5ce596ca06349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c8a6d83be47d5" /><Relationship Type="http://schemas.openxmlformats.org/officeDocument/2006/relationships/notesSlide" Target="/ppt/notesSlides/notesSlide4.xml" Id="R84ecb3131dc045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cbabe58204d9c" /><Relationship Type="http://schemas.openxmlformats.org/officeDocument/2006/relationships/notesSlide" Target="/ppt/notesSlides/notesSlide5.xml" Id="R5d1fc80e577143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fe601db334db0" /><Relationship Type="http://schemas.openxmlformats.org/officeDocument/2006/relationships/notesSlide" Target="/ppt/notesSlides/notesSlide6.xml" Id="R9b7b2ffee1fd40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b90982fd4513" /><Relationship Type="http://schemas.openxmlformats.org/officeDocument/2006/relationships/notesSlide" Target="/ppt/notesSlides/notesSlide7.xml" Id="R3923d840cb31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E2597-58E5-4D61-B90A-2959D695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BUỔI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45265-7F1B-49B9-BB00-886A0FC2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Dữ liệu, nhãn và cách máy học từ ví dụ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0A737-C2D2-4DCE-8982-21F423A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Từ ảnh thô đến dataset có thể dùng để học và đánh giá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8066B-83A0-4D84-9D92-9E3E6EBC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18855-5B40-4E92-A063-EE6DE5F1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Tạo một data card nhỏ và đề xuất cách chia train, validation, test tránh rò rỉ theo video hoặc phiên.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38C31-D585-486A-B398-616DB06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1784608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1D00A-F5CC-4404-BB8C-FA48F302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F0009-43FB-4B81-B780-D7DD014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4ED1D-8179-47E6-9480-308950CD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4BD21-20DF-4E77-AAE9-9448953C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Nếu máy chưa biết “điện thoại” là gì, ta phải đưa những ví dụ nào và mô tả đáp án ra sao?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A50B1-C718-400E-B0AC-D2D5362A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05530-A8A0-4A56-B1C0-66930505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8E1C1-8F36-4849-9EC4-39E59998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AI, ML, DL và Computer 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58016-CBDE-45A3-9D03-744E1A8F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BDDDE-7A7D-4835-8C27-D082D0F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sample, label, metadata và hard 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98B21-A1ED-4F54-986B-01E8D32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CD3A0-776E-4C68-B473-F67774A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Giải thích train, validation, test và data leakage</a:t>
            </a:r>
          </a:p>
        </p:txBody>
      </p:sp>
    </p:spTree>
    <p:extLst>
      <p:ext uri="{BB962C8B-B14F-4D97-AF65-F5344CB8AC3E}">
        <p14:creationId xmlns:p14="http://schemas.microsoft.com/office/powerpoint/2010/main" val="1016765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75976-D0AD-45D9-95B6-AE16FD01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Một dataset đáng tin có nhiều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E12CB-9C64-4E9D-B054-10D11C95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10FA4-6730-4FD6-AC93-251ED23F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FFA0F-1E18-47B3-9E6D-154E3465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30A8A-358B-4957-8801-4C09E7AA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E655D-2C53-4CD1-804E-E71A619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Thu thập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A0D03-8A7E-4C1A-B992-D4FA5D5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Nguồn và quyền dùng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6B807-210E-42AF-B43A-E323106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88ACF-3DA3-4EC3-9095-79EA52F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4CD3F-2D1B-4830-A63A-23083525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871D2-6A05-45A2-8C62-2606AEB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Đáp án nhất quán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58B70-3087-4618-96CF-83340F8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5328D-293B-4EC2-8618-009472C9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711BA-A5B4-4601-8F2F-6C493A27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7BC80-610A-4105-9F45-2BC11284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Điều kiện của mẫu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4B719-4527-4EB8-AECA-157865F9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09E6C-65B9-4D1B-8D84-CDD0526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AB8F1-A074-4051-8659-6045BB06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Chia tập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E6E38-262A-4507-AC43-9FAD8275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Độc lập theo phiên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291EF-18CC-4B85-9586-E8BD828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43E36-D459-45B8-AC2A-2E894A31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1E3C6-8921-49B0-AC85-037B0FB7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AA000-B97E-4826-8111-FD491128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Đúng 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8FC84-745F-4FD6-867A-A2763E0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Nhiều ảnh không bù được nhãn sai hoặc cách chia tập bị rò rỉ.</a:t>
            </a:r>
          </a:p>
        </p:txBody>
      </p:sp>
    </p:spTree>
    <p:extLst>
      <p:ext uri="{BB962C8B-B14F-4D97-AF65-F5344CB8AC3E}">
        <p14:creationId xmlns:p14="http://schemas.microsoft.com/office/powerpoint/2010/main" val="1974271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9EA13-A7B1-4D81-9C1E-1781B9F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Protocol dữ liệu của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3C711-0EDC-47A1-945E-13A2976A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AF0F7-1E67-4426-AF57-8F5A7689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74441-3A11-4AA2-9734-7D1C2FC9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PHONE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Positive: có ít nhất một box class 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Negative: file label rỗng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Hard negative: calculator, ví, hộp bút...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Metadata: session, camera, lighting, occlusion, distance, provenance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HISTORICAL LINEAGE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2.961 ảnh và 3.706 phone boxes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Untouched holdout: còn mở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40F64-3C10-48D9-AEA2-493EB580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Có tập mang tên test chưa đủ chứng minh một holdout độc lập.</a:t>
            </a:r>
          </a:p>
        </p:txBody>
      </p:sp>
    </p:spTree>
    <p:extLst>
      <p:ext uri="{BB962C8B-B14F-4D97-AF65-F5344CB8AC3E}">
        <p14:creationId xmlns:p14="http://schemas.microsoft.com/office/powerpoint/2010/main" val="2089903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83C4-AD77-4C5E-96FB-0B889A29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32A79-0BF6-4A24-AA9D-814C713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101E4-1208-49B3-8A0B-3D567E4F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E9DED-1E01-43E6-9228-75D2300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Thiết kế một bộ dữ liệu nhỏ cho detector điện thoại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DCCE8-5C91-4959-8676-62EE1B25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B50E9-FAAD-4C6A-9037-7426D8A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2DCC6-B869-4349-8427-AF3B059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Chọn positive, negative và hard negative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4E7B3-2E15-45FB-A72D-2293AF67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8029B-91C9-4556-9D79-B7A4B92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BF52B-1575-454E-A75A-515A53B5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Ghi nguồn, quyền dùng, ánh sáng, che khuất, khoảng cách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B940B-66B7-43E3-8EC1-3DEDE7EA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2420C-1357-44EF-8EC3-AAEF67BF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Chia tập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DD28C-0C5E-48BF-A74C-CF05FF6D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Tách theo video/session/camera hợp lý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A3E39-450C-4F62-B4A5-B342489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CB6B9-2441-4675-BDAC-0351F6F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0E24E-7D5D-482A-A740-3E23FD08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Tìm khả năng trùng và gần trùng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D0E43-C5A3-4921-974E-CCC4A38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Sản phẩm nộp: data card + split plan</a:t>
            </a:r>
          </a:p>
        </p:txBody>
      </p:sp>
    </p:spTree>
    <p:extLst>
      <p:ext uri="{BB962C8B-B14F-4D97-AF65-F5344CB8AC3E}">
        <p14:creationId xmlns:p14="http://schemas.microsoft.com/office/powerpoint/2010/main" val="12835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73952-692D-49D4-8EEF-D05E630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A70BE-27ED-41CD-B25C-3E98C61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C3091-E490-4A74-BD2B-E3B6B28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CCE4B-6F00-4225-A36A-28A257F2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A3EF-41C7-43ED-96F0-1BCA4467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Dữ liệu càng nhiều thì tự động càng tốt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E224C-D0CE-4F9F-AC56-196ED0B9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Chất lượng nhãn, độ đại diện và cách chia tập quyết định giá trị của số lượng.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0B80B-ABA0-440A-90F4-E7271584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4D49E-6C83-4BC4-B122-162C169A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Ảnh không có phone thì bỏ đi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0BF73-0AF9-4FB3-AA81-65B0548E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Negative và hard negative giúp model học khi nào không nên báo.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6B38D-0B7F-4F2C-B1FC-21321E5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C169D-5D16-40F4-9D5C-81FE5EA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Test là dữ liệu dùng để chỉnh đến khi đẹp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CDC67-669F-4472-AFC5-0FB50FC4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Một tập đã tham gia lựa chọn không còn là untouched holdout.</a:t>
            </a:r>
          </a:p>
        </p:txBody>
      </p:sp>
    </p:spTree>
    <p:extLst>
      <p:ext uri="{BB962C8B-B14F-4D97-AF65-F5344CB8AC3E}">
        <p14:creationId xmlns:p14="http://schemas.microsoft.com/office/powerpoint/2010/main" val="122040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29C47-33A4-40EF-94D3-8AB1BBB8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FF1C8-9224-43CA-8807-8E412F1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69C48-2904-43D4-83D7-859AA746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CE9E5-653B-47ED-81FD-DDAF6C5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29C7A-C88B-4D8F-BBD4-0E21514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C3727-71B3-4C07-A31C-3FA4A114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Label khác metadata ở điểm nào?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034BB-6DB8-41C6-B7D9-3D756EE1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B48EC-C496-4501-AEAD-0F9A0517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Vì sao không chia ngẫu nhiên các frame gần nhau?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AA954-C077-450F-AF93-39BE6F1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D2CB4-BB17-4C7F-B2DF-FAE9AD5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Hard negative giúp kiểm tra điều gì?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4AA4F-E019-4A34-8A95-E0046298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data card + split plan</a:t>
            </a:r>
          </a:p>
        </p:txBody>
      </p:sp>
    </p:spTree>
    <p:extLst>
      <p:ext uri="{BB962C8B-B14F-4D97-AF65-F5344CB8AC3E}">
        <p14:creationId xmlns:p14="http://schemas.microsoft.com/office/powerpoint/2010/main" val="1839932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2026-09-26T10:49:47.4050000Z</dcterms:created>
  <dcterms:modified xsi:type="dcterms:W3CDTF">2026-09-26T10:49:47.4050000Z</dcterms:modified>
</coreProperties>
</file>